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51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-364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82F2EF-AF99-4C7C-8C43-166646F5794D}" type="datetimeFigureOut">
              <a:rPr lang="en-US" smtClean="0"/>
              <a:t>6/20/22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DDFBF8-728E-48CD-BC8B-6AC69A78D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885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8DDFBF8-728E-48CD-BC8B-6AC69A78DE4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281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50800">
            <a:solidFill>
              <a:srgbClr val="C00000"/>
            </a:solidFill>
          </a:ln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ln w="50800">
            <a:solidFill>
              <a:srgbClr val="C00000"/>
            </a:solidFill>
          </a:ln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122363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20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ctr">
              <a:buNone/>
              <a:defRPr sz="3600"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925" y="365125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835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3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925" y="385598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70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925" y="365125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9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925" y="365125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2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752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0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11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925" y="365125"/>
            <a:ext cx="1666875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355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19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F5DD2-BA02-4019-A2CB-58C458CC0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6903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>
            <a:normAutofit/>
          </a:bodyPr>
          <a:lstStyle/>
          <a:p>
            <a:r>
              <a:rPr lang="en-US" sz="4800" dirty="0"/>
              <a:t>Quick OS – What does</a:t>
            </a:r>
            <a:br>
              <a:rPr lang="en-US" sz="4800" dirty="0"/>
            </a:br>
            <a:r>
              <a:rPr lang="en-US" sz="4800" dirty="0"/>
              <a:t>an OS really do?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r>
              <a:rPr lang="en-US" dirty="0"/>
              <a:t>Perry S. Kivolowitz</a:t>
            </a:r>
          </a:p>
          <a:p>
            <a:r>
              <a:rPr lang="en-US"/>
              <a:t>Professor</a:t>
            </a:r>
            <a:r>
              <a:rPr lang="en-US" dirty="0"/>
              <a:t>,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3518110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what an OS </a:t>
            </a:r>
            <a:r>
              <a:rPr lang="en-US" i="1" dirty="0"/>
              <a:t>really</a:t>
            </a:r>
            <a:r>
              <a:rPr lang="en-US" dirty="0"/>
              <a:t> 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https://antonykitchener.files.wordpress.com/2013/04/street-characters-edward-harcourt-3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5651" y="1995884"/>
            <a:ext cx="6540698" cy="4360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55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what an OS </a:t>
            </a:r>
            <a:r>
              <a:rPr lang="en-US" i="1" dirty="0"/>
              <a:t>really</a:t>
            </a:r>
            <a:r>
              <a:rPr lang="en-US" dirty="0"/>
              <a:t> does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think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You own the CPU</a:t>
            </a:r>
          </a:p>
          <a:p>
            <a:r>
              <a:rPr lang="en-US" sz="4000" dirty="0"/>
              <a:t>You own memory</a:t>
            </a:r>
          </a:p>
          <a:p>
            <a:r>
              <a:rPr lang="en-US" sz="4000" dirty="0"/>
              <a:t>You have huge amounts of RAM</a:t>
            </a:r>
          </a:p>
          <a:p>
            <a:r>
              <a:rPr lang="en-US" sz="4000" dirty="0"/>
              <a:t>You own the disk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truth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Nah</a:t>
            </a:r>
          </a:p>
          <a:p>
            <a:r>
              <a:rPr lang="en-US" sz="4000" dirty="0"/>
              <a:t>Not really</a:t>
            </a:r>
          </a:p>
          <a:p>
            <a:r>
              <a:rPr lang="en-US" sz="4000" dirty="0"/>
              <a:t>No, not so much</a:t>
            </a:r>
            <a:br>
              <a:rPr lang="en-US" sz="4000" dirty="0"/>
            </a:br>
            <a:endParaRPr lang="en-US" sz="4000" dirty="0"/>
          </a:p>
          <a:p>
            <a:r>
              <a:rPr lang="en-US" sz="4000" dirty="0"/>
              <a:t>Not exactly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685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of the CPU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Technique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Context switching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Scheduling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So you won’t know you’re not alone</a:t>
            </a:r>
          </a:p>
          <a:p>
            <a:r>
              <a:rPr lang="en-US" dirty="0"/>
              <a:t>Ditto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66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of memory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Virtual address space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Paging</a:t>
            </a:r>
          </a:p>
          <a:p>
            <a:r>
              <a:rPr lang="en-US" dirty="0"/>
              <a:t>Virtual address translation</a:t>
            </a:r>
          </a:p>
          <a:p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So you can program like having lots of memory</a:t>
            </a:r>
          </a:p>
          <a:p>
            <a:r>
              <a:rPr lang="en-US" dirty="0"/>
              <a:t>So programs share memory</a:t>
            </a:r>
          </a:p>
          <a:p>
            <a:r>
              <a:rPr lang="en-US" dirty="0"/>
              <a:t>So both above work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41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of the disk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File systems</a:t>
            </a:r>
          </a:p>
          <a:p>
            <a:r>
              <a:rPr lang="en-US" dirty="0"/>
              <a:t>File systems</a:t>
            </a:r>
          </a:p>
          <a:p>
            <a:r>
              <a:rPr lang="en-US" dirty="0"/>
              <a:t>File systems</a:t>
            </a:r>
            <a:br>
              <a:rPr lang="en-US" dirty="0"/>
            </a:br>
            <a:endParaRPr lang="en-US" dirty="0"/>
          </a:p>
          <a:p>
            <a:r>
              <a:rPr lang="en-US" dirty="0"/>
              <a:t>I/O scheduling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So you think disks are organized</a:t>
            </a:r>
          </a:p>
          <a:p>
            <a:r>
              <a:rPr lang="en-US" dirty="0"/>
              <a:t>So you think your files are yours</a:t>
            </a:r>
          </a:p>
          <a:p>
            <a:r>
              <a:rPr lang="en-US" dirty="0"/>
              <a:t>So you think disks are bigger than they are</a:t>
            </a:r>
          </a:p>
          <a:p>
            <a:r>
              <a:rPr lang="en-US" dirty="0"/>
              <a:t>So that you get a “fair” turn at the disk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167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all virtualization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en-US" sz="5400" dirty="0"/>
              <a:t>Virtualization is smoke and mirrors</a:t>
            </a:r>
          </a:p>
          <a:p>
            <a:endParaRPr lang="en-US" sz="2800" dirty="0"/>
          </a:p>
          <a:p>
            <a:r>
              <a:rPr lang="en-US" sz="5400" dirty="0"/>
              <a:t>Your OS is the ultimate street magician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9/16/2015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CSC 1110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F5DD2-BA02-4019-A2CB-58C458CC0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18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205</Words>
  <Application>Microsoft Macintosh PowerPoint</Application>
  <PresentationFormat>Widescreen</PresentationFormat>
  <Paragraphs>65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Quick OS – What does an OS really do?</vt:lpstr>
      <vt:lpstr>This is what an OS really is</vt:lpstr>
      <vt:lpstr>This is what an OS really does</vt:lpstr>
      <vt:lpstr>Virtualization of the CPU</vt:lpstr>
      <vt:lpstr>Virtualization of memory</vt:lpstr>
      <vt:lpstr>Virtualization of the disk</vt:lpstr>
      <vt:lpstr>It’s all virtualization</vt:lpstr>
    </vt:vector>
  </TitlesOfParts>
  <Company>Carthage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 – Language Intro</dc:title>
  <dc:creator>Perry Kivolowitz</dc:creator>
  <cp:lastModifiedBy>Perry Kivolowitz</cp:lastModifiedBy>
  <cp:revision>43</cp:revision>
  <dcterms:created xsi:type="dcterms:W3CDTF">2015-09-16T13:44:13Z</dcterms:created>
  <dcterms:modified xsi:type="dcterms:W3CDTF">2022-06-20T17:50:15Z</dcterms:modified>
</cp:coreProperties>
</file>